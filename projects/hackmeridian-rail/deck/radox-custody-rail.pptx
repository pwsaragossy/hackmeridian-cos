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across every company that touches them.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keeps its own record of its own leg; nobody holds the chain end to end.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public, SWIFT-like custody standard on Stellar: a port, airport, carrier, chamber of commerce or financier would integrate once and reach every company that joins, corridor after corridor.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Future tense: no standard, port, airport or chamber link exists yet (none confirmed). Each company would still need a key and one connection to the rail.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7033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END TO END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follows the goods across company boundaries, not inside one company's system.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both companies sign the same Stellar transaction, or custody does not move.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Each step extends an on-chain hash chain, the </a:t>
            </a:r>
            <a:r>
              <a:rPr sz="24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: anyone can rebuild the history.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to the container number;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whole chain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63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794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60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run (branch three-machine): two team members, as two companies, signed from their own computers and testnet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many companies, one ledger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Then the same rail worldwide, linked to chambers of commerce, ports and airports, with a payment leg after delivery: all future work.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
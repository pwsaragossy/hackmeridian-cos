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600" b="1">
                <a:solidFill>
                  <a:srgbClr val="E7E8EA"/>
                </a:solidFill>
                <a:latin typeface="Inter Tight"/>
              </a:rPr>
              <a:t>One record for the goods, from origin to delivery, that every company along the way could share.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WHAT IT COSTS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whole chain?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1783080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32588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74320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5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516635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411479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46403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00683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95527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3304519" y="3278124"/>
            <a:ext cx="3200399" cy="27432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2847319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1179575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7" name="Oval 136"/>
          <p:cNvSpPr/>
          <p:nvPr/>
        </p:nvSpPr>
        <p:spPr>
          <a:xfrm>
            <a:off x="16687800" y="3154680"/>
            <a:ext cx="274320" cy="274320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5636239" y="3493008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14400" y="4069080"/>
            <a:ext cx="1645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200" b="0">
                <a:solidFill>
                  <a:srgbClr val="0E0F11"/>
                </a:solidFill>
                <a:latin typeface="Instrument Sans"/>
              </a:rPr>
              <a:t>each company records only its own leg; no shared record follows the goods. Not yet tested with a customer.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1440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40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45M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ocean bills of lading issued a year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1440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Feb 2023 (2021 data)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49224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~11%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49224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bills of lading issued electronically, 2025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49224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DCSA, as of 2025 (Jan 2025 guide: 5.7%)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12070080" y="469544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2070080" y="489204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22%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2070080" y="603504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of recorded cargo thefts in 2025 involved insiders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2070080" y="69494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TT Club &amp; BSI Cargo Theft Report, Apr 2026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9095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STANDARD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4290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WHAT IT COSTS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Cargo goes missing. A bank got fooled.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R$900M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est. direct loss, 8,570 cargo robberies in Brazil, 2025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NTC&amp;Logística survey, 28 Mar 2026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49224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49224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US$85M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49224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HSBC's loss on forged documents for oil trades that never happened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49224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Hin Leong case, Global Trade Review, 18 Nov 2024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12070080" y="4192524"/>
            <a:ext cx="512064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12070080" y="4389120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2070080" y="5532120"/>
            <a:ext cx="51206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 (market size only)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2070080" y="644652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survey of banks, Dec 2025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7498079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These numbers size the market problem. They are not results of ours, and we do not claim our build prevents any of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RAIL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2120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PROPOSAL · A PUBLIC STANDARD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A SWIFT-like standard: integrate once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The goal is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shared, SWIFT-like custody standard that companies along a supply chain, from origin to destination, could use.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Neither the standard nor the rail exists yet.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STANDARD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companies: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6)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Onboarding, issuance controls, operation of the rail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Each company would integrate once instead of pair by pair, but would still need a key and one connection. No port, airport or chamber link: none confirmed.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LIVE ON TESTNET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54864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RAIL · DESIGN, LIFECYCLE BUILT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One rail, origin to delivery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One record would follow the goods across company boundaries; today it runs across five test keys.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188720" y="4553712"/>
            <a:ext cx="15910559" cy="36576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33272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572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Open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572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operator</a:t>
            </a:r>
          </a:p>
        </p:txBody>
      </p:sp>
      <p:sp>
        <p:nvSpPr>
          <p:cNvPr id="130" name="Oval 129"/>
          <p:cNvSpPr/>
          <p:nvPr/>
        </p:nvSpPr>
        <p:spPr>
          <a:xfrm>
            <a:off x="3306209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318657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598817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3" name="Oval 132"/>
          <p:cNvSpPr/>
          <p:nvPr/>
        </p:nvSpPr>
        <p:spPr>
          <a:xfrm>
            <a:off x="5579146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4591594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871754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6" name="Oval 135"/>
          <p:cNvSpPr/>
          <p:nvPr/>
        </p:nvSpPr>
        <p:spPr>
          <a:xfrm>
            <a:off x="7852083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864531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144691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39" name="Oval 138"/>
          <p:cNvSpPr/>
          <p:nvPr/>
        </p:nvSpPr>
        <p:spPr>
          <a:xfrm>
            <a:off x="10125020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37468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17628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2" name="Oval 141"/>
          <p:cNvSpPr/>
          <p:nvPr/>
        </p:nvSpPr>
        <p:spPr>
          <a:xfrm>
            <a:off x="12397957" y="4416552"/>
            <a:ext cx="310896" cy="310896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11410405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2690565" y="4005072"/>
            <a:ext cx="199861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556F00"/>
                </a:solidFill>
                <a:latin typeface="JetBrains Mono"/>
              </a:rPr>
              <a:t>2 signatures</a:t>
            </a:r>
          </a:p>
        </p:txBody>
      </p:sp>
      <p:sp>
        <p:nvSpPr>
          <p:cNvPr id="145" name="Oval 144"/>
          <p:cNvSpPr/>
          <p:nvPr/>
        </p:nvSpPr>
        <p:spPr>
          <a:xfrm>
            <a:off x="14670894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13683342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Delivered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3683342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to the holder</a:t>
            </a:r>
          </a:p>
        </p:txBody>
      </p:sp>
      <p:sp>
        <p:nvSpPr>
          <p:cNvPr id="148" name="Oval 147"/>
          <p:cNvSpPr/>
          <p:nvPr/>
        </p:nvSpPr>
        <p:spPr>
          <a:xfrm>
            <a:off x="16943831" y="441655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15956280" y="482803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Burned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5956280" y="523036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existing redeem¹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14400" y="5897880"/>
            <a:ext cx="164592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1">
                <a:solidFill>
                  <a:srgbClr val="0E0F11"/>
                </a:solidFill>
                <a:latin typeface="Instrument Sans"/>
              </a:rPr>
              <a:t>Rule of every link: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both sides sign one Stellar transaction (delivery: recipient and holder), or the call fails.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Each step extends an on-chain hash chain, the </a:t>
            </a:r>
            <a:r>
              <a:rPr sz="23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: anyone can rebuild the history.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3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300" b="0">
                <a:solidFill>
                  <a:srgbClr val="0E0F11"/>
                </a:solidFill>
                <a:latin typeface="Instrument Sans"/>
              </a:rPr>
              <a:t>The token stays with its holder in transit; only custody moves.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14400" y="781812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1">
                <a:solidFill>
                  <a:srgbClr val="0E0F11"/>
                </a:solidFill>
                <a:latin typeface="Instrument Sans"/>
              </a:rPr>
              <a:t>Built: this lifecycle on testnet, test keys. Design, not built: real companies on the rail, the standard, integrations.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Keyed to the container number; would sit beside the carrier's bill of lading, not integrated. ¹ Radox policy, not enforced on-chain; redeem needs the holder's signature.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5262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PROOF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The lifecycle ran on testnet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08960"/>
            <a:ext cx="6766560" cy="4591594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08960"/>
            <a:ext cx="6766560" cy="4591594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8229600" y="301752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2b3d51f0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open · 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29600" y="335584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635c99ac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1 · Warehouse → Port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229600" y="36941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56a0f006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2 · Port → Carrier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8229600" y="403250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ac268a49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3 · Carrier → Customs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229600" y="4370831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5199d4fb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handover 4 · Customs → Recipient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8229600" y="470916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919def8c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deliver · Recipient → Holder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8229600" y="504748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864fd164</a:t>
            </a:r>
            <a:r>
              <a:rPr sz="1800" b="0">
                <a:solidFill>
                  <a:srgbClr val="E7E8EA"/>
                </a:solidFill>
                <a:latin typeface="Instrument Sans"/>
              </a:rPr>
              <a:t>   burn · existing redeem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822960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22960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successful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056132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56132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refused, e.g. wrong signer (simulated)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2893040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893040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unit tests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5224759" y="544068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44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5224759" y="6144768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>
                <a:solidFill>
                  <a:srgbClr val="E7E8EA"/>
                </a:solidFill>
                <a:latin typeface="Instrument Sans"/>
              </a:rPr>
              <a:t>head check, 25 Oct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229600" y="6949440"/>
            <a:ext cx="91440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Second run, own registry (branch three-machine): two team members each signed their handovers from their own computers and keys; still test keys.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test keys: this proves the mechanism, not independent companies.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all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companies of a link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rail,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Then the same rail worldwide, linked to chambers of commerce, ports and airports, with a payment leg after delivery: all future work.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rail for goods,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
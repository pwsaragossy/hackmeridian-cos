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42900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will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leg, and no shared record follows the goods.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7240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Ports run legacy systems: </a:t>
            </a:r>
            <a:r>
              <a:rPr sz="1800" b="0">
                <a:solidFill>
                  <a:srgbClr val="4D5560"/>
                </a:solidFill>
                <a:latin typeface="Instrument Sans"/>
              </a:rPr>
              <a:t>over 90% of ports in low- and middle-income countries have no port community system (World Bank remark relayed by IAPH, Nov 2023); IMO guidance plans for legacy systems with proprietary formats (FAL.5/Circ.54, 2024).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on a Rio–Miami trade-corridor initiative; this project is its custody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figures size the market problem the rail addresses. Sources under each number.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will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We are building it on Stellar, starting with the custody rail.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WILL OPERATE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Per-institution subscription + fee per shipment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integrates once instead of pair by pair. Radox is the technology rail of the Rio–Miami trade-corridor initiative: every port, airport and chamber that joins it joins the rail, through one adapter to the Radox API. Radox is in conversations with chambers of commerce in Brazil and Miami.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3891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will follow the goods across company boundaries; port and airport systems will connect by API, not a rewrite.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Next: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sits beside the carrier's bill of lading.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Also on testnet: handovers signed from separate computers (proofs/three-machine.json); two test companies' chains on one registry, sharing stops, each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Testnet, test keys.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Any Stellar asset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record stores a token address and never calls the token, so any tokenized Stellar asset can carry a custody record.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0E0F11"/>
                </a:solidFill>
                <a:latin typeface="Instrument Sans"/>
              </a:rPr>
              <a:t>Stellar holds about US$4B in tokenized assets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(SDF, as of 1 Sep 2026). </a:t>
            </a:r>
            <a:r>
              <a:rPr sz="1900" b="1">
                <a:solidFill>
                  <a:srgbClr val="0E0F11"/>
                </a:solidFill>
                <a:latin typeface="Instrument Sans"/>
              </a:rPr>
              <a:t>Nearest neighbours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None records a handover signed by two custodians; no SEP.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a custody primitive any Stellar tokenized-asset issuer can reuse. Radox will open API access to them,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custody route reads the registry, read-only: same head (testnet)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SOURCED FIGURES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billing rules: entry, annual, per-message usage⁶.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running on testnet, test keys.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the Rio–Miami pilot shipment, SCF Build, audit, mainnet, API for other Stellar assets.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
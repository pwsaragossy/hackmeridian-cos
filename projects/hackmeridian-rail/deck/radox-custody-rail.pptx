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no shared record crosses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the client, would run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runs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the first corridor and the pilot.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an open, SWIFT-like standard for tokenized goods moving on rails anywhere, built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 application,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 on the same standard. A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08660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Then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
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no shared record crosses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one event attestation by a source custodian (33379211), also on chain. Full hashes: the repo's proofs/lifecycle.json.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Every actor is a test key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Scout; searched 24–25 Oct 2026):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 for it.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Custodians sign. Financiers check.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546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CUSTODIANS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31920" y="32552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Warehouse, port, carrier, customs: sign each handover.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45262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4400" y="4663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EXPORTER · BUYER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31920" y="46268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See where the goods are and who holds them.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58978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6035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FINANCIER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9984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Checks the custody chain before paying.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14400" y="72694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0" y="74066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OPERATOR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31920" y="73700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A financial institution, the client, would run the rail for its trade flows.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424160" y="3154680"/>
            <a:ext cx="6949440" cy="521208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835640" y="3429000"/>
            <a:ext cx="62179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MODEL · THE OPERATOR PAYS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SWIFT-style: the record format is public; Radox runs the rail and the API.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0">
                <a:solidFill>
                  <a:srgbClr val="0E0F11"/>
                </a:solidFill>
                <a:latin typeface="Instrument Sans"/>
              </a:rPr>
              <a:t>Revenue: a fee from the financial institution that operates the rail. Not priced yet.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the first corridor and the pilot.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an open, SWIFT-like standard for tokenized goods moving on rails anywhere, built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 application,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 on the same standard. A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0866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086600"/>
            <a:ext cx="156362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Then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
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6692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67512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Mentors were supportive; informal feedback, no customer has confirmed the need yet.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(branch three-machine, 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
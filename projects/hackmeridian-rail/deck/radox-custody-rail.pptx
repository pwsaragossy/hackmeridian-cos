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6692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67512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Mentors we spoke with at the event saw the need; no customer has confirmed it yet.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(branch three-machine, 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
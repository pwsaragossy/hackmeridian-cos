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could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leg; no shared record follows the goods. Not yet tested with a customer.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 (Jan 2025 guide: 5.7%)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9095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 only)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market problem. They are not results of ours, and we do not claim our build prevents any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could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Neither the standard nor the rail exists yet.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Subscription per connected institution + fee per shipment; no prices yet (slide 9)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would integrate once instead of pair by pair, but would still need a key and one connection. No port, airport or chamber link: none confirmed.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4864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DESIGN,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would follow the goods across company boundaries; today it runs across five test keys.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the on-chain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replay the history from Horizon and check it against the head.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Design, not built: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by sha256(container | origin); would sit beside the carrier's bill of lading, not integrated.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812280"/>
            <a:ext cx="91440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Second shipment (proofs/three-machine.json): two team members each signed their handovers from their own computers and keys; still test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Two test companies' chains on one registry, sharing stops, each handover dual-signed (proofs/multi-chain.json).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keys: this proves the mechanism, not independent companies.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History from Horizon, checked by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RPC keeps contract events about 7 days, so we replay each shipment's transactions from Horizon and check them against the head stored in the contract.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MARKET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1148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MARKET · MODEL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17520"/>
            <a:ext cx="9692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MARKET · FIGURES, NOT OURS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442715"/>
            <a:ext cx="9692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US$94.2B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US–Brazil goods trade, 2025¹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852160" y="3611880"/>
            <a:ext cx="4663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800" b="1">
                <a:solidFill>
                  <a:srgbClr val="0E0F11"/>
                </a:solidFill>
                <a:latin typeface="Inter Tight"/>
              </a:rPr>
              <a:t>US$6.1B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5852160" y="4389120"/>
            <a:ext cx="4663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Florida's goods exports to Brazil, its #1 market, 2025²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5230368"/>
            <a:ext cx="9692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Instrument Sans"/>
              </a:rPr>
              <a:t>Global: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US$26.26T world merchandise exports, 2025³; ~80% of goods trade by volume goes by sea⁴; ~45M ocean bills of lading a year⁵.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60" y="301752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MODEL · NO PRICES YET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338560" y="3442715"/>
            <a:ext cx="603504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338560" y="361188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ter Tight"/>
              </a:rPr>
              <a:t>Subscription per connected institution + a fee per shipment.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1338560" y="4800600"/>
            <a:ext cx="6035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Borrows the shape of Swift's published fees: entry, annual, per-message usage⁶. Prices not set. Not affiliated with Swift.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14400" y="6035040"/>
            <a:ext cx="1645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testnet only; no users or revenue yet.  </a:t>
            </a:r>
            <a:r>
              <a:rPr sz="2000" b="1">
                <a:solidFill>
                  <a:srgbClr val="556F00"/>
                </a:solidFill>
                <a:latin typeface="JetBrains Mono"/>
              </a:rPr>
              <a:t>Next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one Rio–Miami pilot (none agreed yet), SCF Build, audit, mainnet.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6510528"/>
            <a:ext cx="16459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US Census Bureau, Trade in Goods with Brazil, 2025 (exports + imports, sum ours)  ² USTR, Florida trade data, 2025  ³ WTO, Mar 2026  ⁴ UNCTAD, Review of Maritime Transport (undated page, opened 25 Oct 2026)  ⁵ DCSA, Feb 2023  ⁶ swift.com billing rules, accessed 25 Oct 2026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
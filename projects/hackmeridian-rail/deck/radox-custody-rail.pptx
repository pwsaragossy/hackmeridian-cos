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an attestation (33379211); full hashes in proofs/lifecycle.json. A second run (proofs/three-machine.json): two team members authorised handovers on their own computers, with their own testnet keys.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are test keys, most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Today, parties often connect pair by pair.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3317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3317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18211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5055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28423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18211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5055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18211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5055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5055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2128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0390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7234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7022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3866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857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TODAY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a connection to the Radox API.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
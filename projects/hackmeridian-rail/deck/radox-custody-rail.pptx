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342900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1247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>
                <a:solidFill>
                  <a:srgbClr val="E7E8EA"/>
                </a:solidFill>
                <a:latin typeface="Inter Tight"/>
              </a:rPr>
              <a:t>One record for the goods, from origin to delivery, that every company along the way will share.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WHAT IT COSTS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whole chain?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783080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32588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5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16635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11479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46403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00683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95527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330451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284731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79575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7" name="Oval 136"/>
          <p:cNvSpPr/>
          <p:nvPr/>
        </p:nvSpPr>
        <p:spPr>
          <a:xfrm>
            <a:off x="1668780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563623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14400" y="406908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556F00"/>
                </a:solidFill>
                <a:latin typeface="Instrument Sans"/>
              </a:rPr>
              <a:t>The gap: </a:t>
            </a:r>
            <a:r>
              <a:rPr sz="2200" b="0">
                <a:solidFill>
                  <a:srgbClr val="0E0F11"/>
                </a:solidFill>
                <a:latin typeface="Instrument Sans"/>
              </a:rPr>
              <a:t>each company records only its own leg, and no shared record follows the goods.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1440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40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45M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ocean bills of lading issued a year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1440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Feb 2023 (2021 data)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9224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~11%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9224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bills of lading issued electronically, 2025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9224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as of 2025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207008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207008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22%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207008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recorded cargo thefts in 2025 involved insiders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207008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TT Club &amp; BSI Cargo Theft Report, Apr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77240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0E0F11"/>
                </a:solidFill>
                <a:latin typeface="Instrument Sans"/>
              </a:rPr>
              <a:t>Ports run legacy systems: </a:t>
            </a:r>
            <a:r>
              <a:rPr sz="1800" b="0">
                <a:solidFill>
                  <a:srgbClr val="4D5560"/>
                </a:solidFill>
                <a:latin typeface="Instrument Sans"/>
              </a:rPr>
              <a:t>over 90% of ports in low- and middle-income countries have no port community system (World Bank remark relayed by IAPH, Nov 2023); IMO guidance plans for legacy systems with proprietary formats (FAL.5/Circ.54, 2024).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a unique digital record for every shipment that both sides can check; this project is its custody layer.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STANDARD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4290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WHAT IT COSTS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Cargo goes missing. A bank got fooled.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The gap: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R$900M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est. direct loss, 8,570 cargo robberies in Brazil, 2025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NTC&amp;Logística survey, 28 Mar 2026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9224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9224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US$85M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9224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HSBC's loss on forged documents for oil trades that never happened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9224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Hin Leong case, Global Trade Review, 18 Nov 2024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207008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207008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207008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 (market size)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207008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survey of banks, Dec 2025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749807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These figures size the market problem the rail addresses. Sources under each number.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RAIL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52120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PROPOSAL · A PUBLIC STANDARD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A SWIFT-like standard: integrate once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The goal is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shared, SWIFT-like custody standard that companies along a supply chain, from origin to destination, will use.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We are building it on Stellar, starting with the custody rail.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5603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603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20497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7341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0709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0497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341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0497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7341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7341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4414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2676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520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9308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6152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3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PAIR BY PAIR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STANDARD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companies: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6)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OPERATES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Onboarding, issuance controls, operation of the rail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 and backend: 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Per-institution subscription + fee per shipment (slide 9)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Each company integrates once instead of pair by pair. Radox is in conversations with ports, airports and chambers of commerce; their legacy systems will join through one adapter to the Radox API.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LIVE ON TESTNET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38912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RAIL · LIFECYCLE BUILT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One rail, origin to delivery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One record will follow the goods across company boundaries; port and airport systems will connect by API, not a rewrite.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188720" y="4553712"/>
            <a:ext cx="15910559" cy="36576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33272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572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Open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572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operator</a:t>
            </a:r>
          </a:p>
        </p:txBody>
      </p:sp>
      <p:sp>
        <p:nvSpPr>
          <p:cNvPr id="130" name="Oval 129"/>
          <p:cNvSpPr/>
          <p:nvPr/>
        </p:nvSpPr>
        <p:spPr>
          <a:xfrm>
            <a:off x="3306209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318657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598817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3" name="Oval 132"/>
          <p:cNvSpPr/>
          <p:nvPr/>
        </p:nvSpPr>
        <p:spPr>
          <a:xfrm>
            <a:off x="5579146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591594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871754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6" name="Oval 135"/>
          <p:cNvSpPr/>
          <p:nvPr/>
        </p:nvSpPr>
        <p:spPr>
          <a:xfrm>
            <a:off x="7852083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864531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144691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9" name="Oval 138"/>
          <p:cNvSpPr/>
          <p:nvPr/>
        </p:nvSpPr>
        <p:spPr>
          <a:xfrm>
            <a:off x="10125020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37468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417628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2" name="Oval 141"/>
          <p:cNvSpPr/>
          <p:nvPr/>
        </p:nvSpPr>
        <p:spPr>
          <a:xfrm>
            <a:off x="12397957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1410405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2690565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5" name="Oval 144"/>
          <p:cNvSpPr/>
          <p:nvPr/>
        </p:nvSpPr>
        <p:spPr>
          <a:xfrm>
            <a:off x="14670894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3683342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Delivered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3683342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to the holder</a:t>
            </a:r>
          </a:p>
        </p:txBody>
      </p:sp>
      <p:sp>
        <p:nvSpPr>
          <p:cNvPr id="148" name="Oval 147"/>
          <p:cNvSpPr/>
          <p:nvPr/>
        </p:nvSpPr>
        <p:spPr>
          <a:xfrm>
            <a:off x="16943831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595628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Burned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595628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existing redeem¹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14400" y="5897880"/>
            <a:ext cx="1645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1">
                <a:solidFill>
                  <a:srgbClr val="0E0F11"/>
                </a:solidFill>
                <a:latin typeface="Instrument Sans"/>
              </a:rPr>
              <a:t>Rule of every link: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both sides sign one Stellar transaction (delivery: recipient and holder), or the call fails.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Each step extends the on-chain </a:t>
            </a:r>
            <a:r>
              <a:rPr sz="23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: anyone can replay the history from Horizon and check it against the head.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The token stays with its holder in transit; only custody moves.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81812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1">
                <a:solidFill>
                  <a:srgbClr val="0E0F11"/>
                </a:solidFill>
                <a:latin typeface="Instrument Sans"/>
              </a:rPr>
              <a:t>Built: this lifecycle on testnet, test keys. Next: real companies on the rail, the standard, integrations.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Keyed by sha256(container | origin); sits beside the carrier's bill of lading. ¹ Radox policy, not enforced on-chain; redeem needs the holder's signature.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5262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PROOF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The lifecycle ran on testnet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08960"/>
            <a:ext cx="6766560" cy="4591594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08960"/>
            <a:ext cx="6766560" cy="4591594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29600" y="30175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2b3d51f0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open · 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600" y="33558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635c99ac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1 · Warehouse → Port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29600" y="369417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56a0f006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2 · Port → Carrier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0" y="4032504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ac268a49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3 · Carrier → Customs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0" y="4370831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5199d4fb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4 · Customs → Recipient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29600" y="47091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919def8c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deliver · Recipient → Holder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229600" y="504748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864fd164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burn · existing redeem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60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successful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56132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6132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refused, e.g. wrong signer (simulated)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89304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89304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unit tests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224759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5224759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head check, 25 Oct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229600" y="685800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Also on testnet: handovers signed from separate computers (proofs/three-machine.json); two test companies' chains on one registry, sharing stops, each dual-signed (proofs/multi-chain.json).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Testnet, test keys.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all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Soroban authorises both companies of a link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History from Horizon, checked by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RPC keeps contract events about 7 days, so we replay each shipment's transactions from Horizon and check them against the head stored in the contract.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Any Stellar asset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The record stores a token address and never calls the token, so any tokenized Stellar asset can carry a custody record.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360920"/>
            <a:ext cx="1645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00" b="1">
                <a:solidFill>
                  <a:srgbClr val="0E0F11"/>
                </a:solidFill>
                <a:latin typeface="Instrument Sans"/>
              </a:rPr>
              <a:t>Stellar holds about US$4B in tokenized assets </a:t>
            </a:r>
            <a:r>
              <a:rPr sz="1900" b="0">
                <a:solidFill>
                  <a:srgbClr val="4D5560"/>
                </a:solidFill>
                <a:latin typeface="Instrument Sans"/>
              </a:rPr>
              <a:t>(SDF, as of 1 Sep 2026). </a:t>
            </a:r>
            <a:r>
              <a:rPr sz="1900" b="1">
                <a:solidFill>
                  <a:srgbClr val="0E0F11"/>
                </a:solidFill>
                <a:latin typeface="Instrument Sans"/>
              </a:rPr>
              <a:t>Nearest neighbours </a:t>
            </a:r>
            <a:r>
              <a:rPr sz="19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19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None records a handover signed by two custodians; no SEP.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1900" b="0">
                <a:solidFill>
                  <a:srgbClr val="0E0F11"/>
                </a:solidFill>
                <a:latin typeface="Instrument Sans"/>
              </a:rPr>
              <a:t>a custody primitive any Stellar tokenized-asset issuer can reuse. Radox will open API access to them, end to 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MARKET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registry, read-only: same head (testnet)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1148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MARKET · MODEL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One rail,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1752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MARKET · SOURCED FIGURES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442715"/>
            <a:ext cx="9692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61188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800" b="1">
                <a:solidFill>
                  <a:srgbClr val="0E0F11"/>
                </a:solidFill>
                <a:latin typeface="Inter Tight"/>
              </a:rPr>
              <a:t>US$94.2B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438912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US–Brazil goods trade, 2025¹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852160" y="361188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800" b="1">
                <a:solidFill>
                  <a:srgbClr val="0E0F11"/>
                </a:solidFill>
                <a:latin typeface="Inter Tight"/>
              </a:rPr>
              <a:t>US$6.1B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852160" y="438912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Florida's goods exports to Brazil, its #1 market, 2025²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5230368"/>
            <a:ext cx="9692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Global: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US$26.26T world merchandise exports, 2025³; ~80% of goods trade by volume goes by sea⁴; ~45M ocean bills of lading a year⁵.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60" y="3017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MODEL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1338560" y="3442715"/>
            <a:ext cx="603504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338560" y="3611880"/>
            <a:ext cx="6035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ter Tight"/>
              </a:rPr>
              <a:t>Subscription per connected institution + a fee per shipment.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8560" y="4800600"/>
            <a:ext cx="6035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Borrows the shape of Swift's published fees: entry, annual, per-message usage⁶. Not affiliated with Swift.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14400" y="6035040"/>
            <a:ext cx="1645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running on testnet, test keys.  </a:t>
            </a:r>
            <a:r>
              <a:rPr sz="2000" b="1">
                <a:solidFill>
                  <a:srgbClr val="556F00"/>
                </a:solidFill>
                <a:latin typeface="JetBrains Mono"/>
              </a:rPr>
              <a:t>Next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the Rio–Miami pilot shipment, SCF Build, audit, mainnet, API for other Stellar assets.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6510528"/>
            <a:ext cx="1645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US Census Bureau, Trade in Goods with Brazil, 2025 (exports + imports, sum ours)  ² USTR, Florida trade data, 2025  ³ WTO, Mar 2026  ⁴ UNCTAD, Review of Maritime Transport (undated page, opened 25 Oct 2026)  ⁵ DCSA, Feb 2023  ⁶ swift.com billing rules, accessed 25 Oct 2026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rail for goods,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
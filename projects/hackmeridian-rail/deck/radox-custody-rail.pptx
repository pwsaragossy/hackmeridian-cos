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E7E8EA"/>
                </a:solidFill>
                <a:latin typeface="Inter Tight"/>
              </a:rPr>
              <a:t>One record for the goods, from origin to delivery, that every company along the way could share.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whole chain?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83080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5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16635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79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46403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0683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5527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451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84731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79575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7" name="Oval 136"/>
          <p:cNvSpPr/>
          <p:nvPr/>
        </p:nvSpPr>
        <p:spPr>
          <a:xfrm>
            <a:off x="1668780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63623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40690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200" b="0">
                <a:solidFill>
                  <a:srgbClr val="0E0F11"/>
                </a:solidFill>
                <a:latin typeface="Instrument Sans"/>
              </a:rPr>
              <a:t>each company records only its own leg; no shared record follows the goods. Not yet tested with a customer.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1440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 (2021 data)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9224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 (Jan 2025 guide: 5.7%)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07008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07008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07008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07008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9095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STANDARD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 only)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numbers size the market problem. They are not results of ours, and we do not claim our build prevents any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RAIL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120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PROPOSAL · A PUBLIC STANDARD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A SWIFT-like standard: integrate once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The goal is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shared, SWIFT-like custody standard that companies along a supply chain, from origin to destination, could use.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Neither the standard nor the rail exists yet.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companies: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6)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Onboarding, issuance controls, operation of the rail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Subscription per connected institution + fee per shipment; no prices yet (slide 9)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Each company would integrate once instead of pair by pair, but would still need a key and one connection. No port, airport or chamber link: none confirmed.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4864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RAIL · DESIGN, LIFECYCLE BUILT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origin to delivery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One record would follow the goods across company boundaries; today it runs across five test keys.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8720" y="4553712"/>
            <a:ext cx="15910559" cy="36576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3272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72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Open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operator</a:t>
            </a:r>
          </a:p>
        </p:txBody>
      </p:sp>
      <p:sp>
        <p:nvSpPr>
          <p:cNvPr id="130" name="Oval 129"/>
          <p:cNvSpPr/>
          <p:nvPr/>
        </p:nvSpPr>
        <p:spPr>
          <a:xfrm>
            <a:off x="3306209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18657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8817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3" name="Oval 132"/>
          <p:cNvSpPr/>
          <p:nvPr/>
        </p:nvSpPr>
        <p:spPr>
          <a:xfrm>
            <a:off x="5579146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91594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71754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6" name="Oval 135"/>
          <p:cNvSpPr/>
          <p:nvPr/>
        </p:nvSpPr>
        <p:spPr>
          <a:xfrm>
            <a:off x="7852083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64531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44691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9" name="Oval 138"/>
          <p:cNvSpPr/>
          <p:nvPr/>
        </p:nvSpPr>
        <p:spPr>
          <a:xfrm>
            <a:off x="10125020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37468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17628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2" name="Oval 141"/>
          <p:cNvSpPr/>
          <p:nvPr/>
        </p:nvSpPr>
        <p:spPr>
          <a:xfrm>
            <a:off x="12397957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10405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690565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5" name="Oval 144"/>
          <p:cNvSpPr/>
          <p:nvPr/>
        </p:nvSpPr>
        <p:spPr>
          <a:xfrm>
            <a:off x="14670894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83342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Delivered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683342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to the holder</a:t>
            </a:r>
          </a:p>
        </p:txBody>
      </p:sp>
      <p:sp>
        <p:nvSpPr>
          <p:cNvPr id="148" name="Oval 147"/>
          <p:cNvSpPr/>
          <p:nvPr/>
        </p:nvSpPr>
        <p:spPr>
          <a:xfrm>
            <a:off x="16943831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95628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Burned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95628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existing redeem¹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" y="5897880"/>
            <a:ext cx="1645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1">
                <a:solidFill>
                  <a:srgbClr val="0E0F11"/>
                </a:solidFill>
                <a:latin typeface="Instrument Sans"/>
              </a:rPr>
              <a:t>Rule of every link: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both sides sign one Stellar transaction (delivery: recipient and holder), or the call fails.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Each step extends the on-chain </a:t>
            </a:r>
            <a:r>
              <a:rPr sz="23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: anyone can replay the history from Horizon and check it against the head.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The token stays with its holder in transit; only custody moves.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81812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Built: this lifecycle on testnet, test keys. Design, not built: real companies on the rail, the standard, integrations.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Keyed by sha256(container | origin); would sit beside the carrier's bill of lading, not integrated. ¹ Radox policy, not enforced on-chain; redeem needs the holder's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5262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PROOF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The lifecycle ran on testnet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17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3558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69417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0325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370831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709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04748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refused, e.g. wrong signer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85800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Also on testnet: handovers signed from separate computers (proofs/three-machine.json); two test companies' chains on one registry, sharing stops, each dual-signed (proofs/multi-chain.json).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test keys: this proves the mechanism, not independent companies.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all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Soroban authorises both companies of a link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History from Horizon, checked by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RPC keeps contract events about 7 days, so we replay each shipment's transactions from Horizon and check them against the head stored in the contract.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MARKET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1148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MARKET · MODEL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1752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MARKET · FIGURES, NOT OURS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442715"/>
            <a:ext cx="9692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US$94.2B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US–Brazil goods trade, 2025¹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85216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US$6.1B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85216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Florida's goods exports to Brazil, its #1 market, 2025²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5230368"/>
            <a:ext cx="9692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Global: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US$26.26T world merchandise exports, 2025³; ~80% of goods trade by volume goes by sea⁴; ~45M ocean bills of lading a year⁵.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60" y="3017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MODEL · NO PRICES YET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338560" y="3442715"/>
            <a:ext cx="603504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338560" y="361188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ter Tight"/>
              </a:rPr>
              <a:t>Subscription per connected institution + a fee per shipment.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8560" y="480060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Borrows the shape of Swift's published fees: entry, annual, per-message usage⁶. Prices not set. Not affiliated with Swift.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14400" y="6035040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testnet only; no users or revenue yet.  </a:t>
            </a:r>
            <a:r>
              <a:rPr sz="2000" b="1">
                <a:solidFill>
                  <a:srgbClr val="556F00"/>
                </a:solidFill>
                <a:latin typeface="JetBrains Mono"/>
              </a:rPr>
              <a:t>Next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one Rio–Miami pilot (none agreed yet), SCF Build, audit, mainnet.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6510528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US Census Bureau, Trade in Goods with Brazil, 2025 (exports + imports, sum ours)  ² USTR, Florida trade data, 2025  ³ WTO, Mar 2026  ⁴ UNCTAD, Review of Maritime Transport (undated page, opened 25 Oct 2026)  ⁵ DCSA, Feb 2023  ⁶ swift.com billing rules, accessed 25 Oct 2026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rail for goods,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
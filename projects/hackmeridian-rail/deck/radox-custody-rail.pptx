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463040" y="3415284"/>
            <a:ext cx="1536191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Oval 127"/>
          <p:cNvSpPr/>
          <p:nvPr/>
        </p:nvSpPr>
        <p:spPr>
          <a:xfrm>
            <a:off x="516635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11479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0" name="Oval 129"/>
          <p:cNvSpPr/>
          <p:nvPr/>
        </p:nvSpPr>
        <p:spPr>
          <a:xfrm>
            <a:off x="900683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95527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2" name="Oval 131"/>
          <p:cNvSpPr/>
          <p:nvPr/>
        </p:nvSpPr>
        <p:spPr>
          <a:xfrm>
            <a:off x="1284731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79575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4" name="Oval 133"/>
          <p:cNvSpPr/>
          <p:nvPr/>
        </p:nvSpPr>
        <p:spPr>
          <a:xfrm>
            <a:off x="16687800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563623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1440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1440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9224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9224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49224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9224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207008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207008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07008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07008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786384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Anyone can check them.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63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429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794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160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892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90372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attestation 33379211. Second run (branch three-machine): two team members authorised handovers on their own computers and testnet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keys, mostly in one harness: it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5)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
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Know who holds the goods: every handover signed by both custodians.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custody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46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0">
                <a:solidFill>
                  <a:srgbClr val="0E0F11"/>
                </a:solidFill>
                <a:latin typeface="Instrument Sans"/>
              </a:rPr>
              <a:t>Between seller and buyer, a shipment changes hands several times.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737360" y="4878324"/>
            <a:ext cx="86868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5819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00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9" name="Oval 128"/>
          <p:cNvSpPr/>
          <p:nvPr/>
        </p:nvSpPr>
        <p:spPr>
          <a:xfrm>
            <a:off x="37536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8117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Oval 130"/>
          <p:cNvSpPr/>
          <p:nvPr/>
        </p:nvSpPr>
        <p:spPr>
          <a:xfrm>
            <a:off x="59253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9834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3" name="Oval 132"/>
          <p:cNvSpPr/>
          <p:nvPr/>
        </p:nvSpPr>
        <p:spPr>
          <a:xfrm>
            <a:off x="80970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1551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5" name="Oval 134"/>
          <p:cNvSpPr/>
          <p:nvPr/>
        </p:nvSpPr>
        <p:spPr>
          <a:xfrm>
            <a:off x="10268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3268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Buyer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85216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>
                <a:solidFill>
                  <a:srgbClr val="4D5560"/>
                </a:solidFill>
                <a:latin typeface="Instrument Sans"/>
              </a:rPr>
              <a:t>Handovers are mostly paper, or sit inside each operator's own system: no shared record crosses borders.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694944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yet; we are testing it with mentors.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070080" y="324612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070080" y="420624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Global Trade Finance Gap Survey, Dec 2025. It sizes the financing gap; it is not evidence of the custody problem.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4400" y="800100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PRODUCT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4688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Both custodians sign, or nothing changes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8006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Anyone can check the chain. No login.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8138160" cy="5522323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54680"/>
            <a:ext cx="8138160" cy="5522322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92640" y="315468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C6F24E"/>
                </a:solidFill>
                <a:latin typeface="Instrument Sans"/>
              </a:rPr>
              <a:t>Verify head</a:t>
            </a:r>
            <a:r>
              <a:rPr sz="2600" b="0">
                <a:solidFill>
                  <a:srgbClr val="E7E8EA"/>
                </a:solidFill>
                <a:latin typeface="Instrument Sans"/>
              </a:rPr>
              <a:t> recomputes the hash chain in the browser and compares it with the head stored in the contract.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92640" y="52578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8000" b="1">
                <a:solidFill>
                  <a:srgbClr val="C6F24E"/>
                </a:solidFill>
                <a:latin typeface="JetBrains Mono"/>
              </a:rPr>
              <a:t>MATCH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92640" y="63550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Clicked live on 25 Oct 2026.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Read-only: Stellar RPC and Horizon, no wallet.</a:t>
            </a:r>
          </a:p>
        </p:txBody>
      </p:sp>
      <p:pic>
        <p:nvPicPr>
          <p:cNvPr id="130" name="Picture 129" descr="qr-pag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5669280"/>
            <a:ext cx="2011680" cy="2011680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2801600" y="7863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TECHNICAL WORKFLOW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testnet transactions. All successful.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090057" y="3415284"/>
            <a:ext cx="14107885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907177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0120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open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0120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2b3d51f0</a:t>
            </a:r>
          </a:p>
        </p:txBody>
      </p:sp>
      <p:sp>
        <p:nvSpPr>
          <p:cNvPr id="129" name="Oval 128"/>
          <p:cNvSpPr/>
          <p:nvPr/>
        </p:nvSpPr>
        <p:spPr>
          <a:xfrm>
            <a:off x="4322499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311434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1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Warehouse → Port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11434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635c99ac</a:t>
            </a:r>
          </a:p>
        </p:txBody>
      </p:sp>
      <p:sp>
        <p:nvSpPr>
          <p:cNvPr id="132" name="Oval 131"/>
          <p:cNvSpPr/>
          <p:nvPr/>
        </p:nvSpPr>
        <p:spPr>
          <a:xfrm>
            <a:off x="6673813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2748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2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Port → Carrier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2748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56a0f006</a:t>
            </a:r>
          </a:p>
        </p:txBody>
      </p:sp>
      <p:sp>
        <p:nvSpPr>
          <p:cNvPr id="135" name="Oval 134"/>
          <p:cNvSpPr/>
          <p:nvPr/>
        </p:nvSpPr>
        <p:spPr>
          <a:xfrm>
            <a:off x="9025128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14062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3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Carrier → Customs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14062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ac268a49</a:t>
            </a:r>
          </a:p>
        </p:txBody>
      </p:sp>
      <p:sp>
        <p:nvSpPr>
          <p:cNvPr id="138" name="Oval 137"/>
          <p:cNvSpPr/>
          <p:nvPr/>
        </p:nvSpPr>
        <p:spPr>
          <a:xfrm>
            <a:off x="11376442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365377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4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Customs → Recipient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365377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5199d4fb</a:t>
            </a:r>
          </a:p>
        </p:txBody>
      </p:sp>
      <p:sp>
        <p:nvSpPr>
          <p:cNvPr id="141" name="Oval 140"/>
          <p:cNvSpPr/>
          <p:nvPr/>
        </p:nvSpPr>
        <p:spPr>
          <a:xfrm>
            <a:off x="13727756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716691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deliver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Recipient → Holder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716691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919def8c</a:t>
            </a:r>
          </a:p>
        </p:txBody>
      </p:sp>
      <p:sp>
        <p:nvSpPr>
          <p:cNvPr id="144" name="Oval 143"/>
          <p:cNvSpPr/>
          <p:nvPr/>
        </p:nvSpPr>
        <p:spPr>
          <a:xfrm>
            <a:off x="16015062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5068005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burn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existing redeem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068005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864fd164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successful testnet transactions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2064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2064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invalid calls refused (simulated)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2688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32688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contract unit tests pass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533119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3533119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verify-head rebuilds the chain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Plus one event attestation by a source custodian (33379211), also on chain. Full hashes: the repo's proofs/lifecycle.json.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Every actor is a test key held by one harness: this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two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Scout; searched 24–25 Oct 2026):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milestones. We found none that records a custody handover signed by two custodians, and no SEP for it.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8404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Custodians sign. Financiers check.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546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2918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CUSTODIANS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31920" y="32552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Warehouse, port, carrier, customs: sign each handover.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14400" y="45262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14400" y="46634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EXPORTER · BUYER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931920" y="46268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See where the goods are and who holds them.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14400" y="58978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4400" y="60350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FINANCIER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9984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Checks the custody chain before paying.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14400" y="72694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0" y="74066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OPERATOR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31920" y="73700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A financial institution, the client, would run the rail for its trade flows.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0424160" y="3154680"/>
            <a:ext cx="6949440" cy="521208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835640" y="3429000"/>
            <a:ext cx="621792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MODEL · THE OPERATOR PAYS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SWIFT-style: the record format is public; Radox runs the rail and the API.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600" b="0">
                <a:solidFill>
                  <a:srgbClr val="0E0F11"/>
                </a:solidFill>
                <a:latin typeface="Instrument Sans"/>
              </a:rPr>
              <a:t>Revenue: a fee from the financial institution that operates the rail. Not priced yet.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931920"/>
            <a:ext cx="7955279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24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Radox platform and 3 Soroban contracts on Stellar mainnet (public repo, created 2026-08-19)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24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24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Planning files, 24–25 Oct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931920"/>
            <a:ext cx="7955279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24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24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24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verify-head script and the public shipment page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24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 and scripts were written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custody standard,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the first corridor and the pilot.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goal is an open, SWIFT-like standard for tokenized goods moving on rails anywhere, built to integrate with the systems of chambers of commerce, ports and airports.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 application,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 on the same standard. A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0866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086600"/>
            <a:ext cx="1563624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Then one custody standard for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 written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
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859536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Every handover of a shipment, signed by both hands, on Stellar.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Dual-signed custody for goods in transit  ·  First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27280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819120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073652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80160" y="4878324"/>
            <a:ext cx="9144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24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82879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410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68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696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754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7982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40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Buyer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Each handover is recorded on paper or inside one operator's own system.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15468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96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52628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1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090672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Every handover, signed by both hands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2000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 </a:t>
            </a:r>
            <a:r>
              <a:rPr sz="3000" b="0">
                <a:solidFill>
                  <a:srgbClr val="4D5560"/>
                </a:solidFill>
                <a:latin typeface="Instrument Sans"/>
              </a:rPr>
              <a:t>Both sign, or nothing changes.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>
                <a:solidFill>
                  <a:srgbClr val="556F00"/>
                </a:solidFill>
                <a:latin typeface="Instrument Sans"/>
              </a:rPr>
              <a:t>■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>
                <a:solidFill>
                  <a:srgbClr val="556F00"/>
                </a:solidFill>
                <a:latin typeface="Instrument Sans"/>
              </a:rPr>
              <a:t>■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>
                <a:solidFill>
                  <a:srgbClr val="556F00"/>
                </a:solidFill>
                <a:latin typeface="Instrument Sans"/>
              </a:rPr>
              <a:t>■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6432804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5954233" cy="5486400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5954232" cy="5486400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98079" y="3246120"/>
            <a:ext cx="9875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800" b="0">
                <a:solidFill>
                  <a:srgbClr val="E7E8EA"/>
                </a:solidFill>
                <a:latin typeface="Instrument Sans"/>
              </a:rPr>
              <a:t>One public page per shipment: every handover, who signed it, and its Stellar transaction.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8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800" b="0">
                <a:solidFill>
                  <a:srgbClr val="E7E8EA"/>
                </a:solidFill>
                <a:latin typeface="Instrument Sans"/>
              </a:rPr>
              <a:t> recomputes the hash chain in the browser and compares it with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79" y="57150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98079" y="681228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recomputed from 7 transactions, checked live 25 Oct 2026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Reads Stellar RPC and Horizon directly; read-only.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0" y="5715000"/>
            <a:ext cx="2194560" cy="219456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3350240" y="8001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270248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transactions on Stellar testnet.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4146804"/>
            <a:ext cx="16459200" cy="27432"/>
          </a:xfrm>
          <a:prstGeom prst="rect">
            <a:avLst/>
          </a:prstGeom>
          <a:solidFill>
            <a:srgbClr val="2A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14400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9050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5840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296412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387852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78424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769864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060436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151875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0442448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533888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2824460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915900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5206472" y="3246120"/>
            <a:ext cx="2167128" cy="1828800"/>
          </a:xfrm>
          <a:prstGeom prst="roundRect">
            <a:avLst>
              <a:gd name="adj" fmla="val 12000"/>
            </a:avLst>
          </a:prstGeom>
          <a:solidFill>
            <a:srgbClr val="131517"/>
          </a:solidFill>
          <a:ln w="19050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5297912" y="3392424"/>
            <a:ext cx="198424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Each hash opens at stellar.expert/explorer/testnet/tx/&lt;hash&gt;; full hashes in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six actors are test keys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53228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Three Stellar features do the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461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Two signers,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177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9893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milestones. None records a physical handover signed by two custodians, and no SEP covers it.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056631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361688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462272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568696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570585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66928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6775704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69128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6876288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our client, runs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4480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SWIFT-style: the record format is public; Radox runs the rail and the API.</a:t>
            </a:r>
          </a:p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COMES NEXT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270248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Radox platform and 3 Soroban contracts on Stellar mainnet (public repo, created 2026-08-19)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Planning files, 24–25 Oct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931920"/>
            <a:ext cx="79552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verify-head script and the public shipment page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452360"/>
            <a:ext cx="164592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589520"/>
            <a:ext cx="158191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 and scripts were written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83863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Next: one real shipment, then mainnet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97280" y="3415284"/>
            <a:ext cx="1591055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41832" y="3273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Testnet this weekend: contract, 7 transactions, public page, API read.</a:t>
            </a:r>
          </a:p>
        </p:txBody>
      </p:sp>
      <p:sp>
        <p:nvSpPr>
          <p:cNvPr id="129" name="Oval 128"/>
          <p:cNvSpPr/>
          <p:nvPr/>
        </p:nvSpPr>
        <p:spPr>
          <a:xfrm>
            <a:off x="5184648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12064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2064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Full testnet test matrix. A first pilot shipment with one producer (none agreed yet).</a:t>
            </a:r>
          </a:p>
        </p:txBody>
      </p:sp>
      <p:sp>
        <p:nvSpPr>
          <p:cNvPr id="132" name="Oval 131"/>
          <p:cNvSpPr/>
          <p:nvPr/>
        </p:nvSpPr>
        <p:spPr>
          <a:xfrm>
            <a:off x="9390887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32688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26880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SCF Build application (not yet submitted). Security audit before mainnet (not done).</a:t>
            </a:r>
          </a:p>
        </p:txBody>
      </p:sp>
      <p:sp>
        <p:nvSpPr>
          <p:cNvPr id="135" name="Oval 134"/>
          <p:cNvSpPr/>
          <p:nvPr/>
        </p:nvSpPr>
        <p:spPr>
          <a:xfrm>
            <a:off x="13597127" y="331012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3533119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33119" y="4206240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Mainnet. A USD on-ramp leg (not built).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2636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No users or revenue yet. </a:t>
            </a:r>
            <a:r>
              <a:rPr sz="2400" b="0">
                <a:solidFill>
                  <a:srgbClr val="4D5560"/>
                </a:solidFill>
                <a:latin typeface="Instrument Sans"/>
              </a:rPr>
              <a:t>First users come from one pilot shipment in the Rio–Miami corridor.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508760"/>
          </a:xfrm>
          <a:prstGeom prst="roundRect">
            <a:avLst>
              <a:gd name="adj" fmla="val 12000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17804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600" b="1">
                <a:solidFill>
                  <a:srgbClr val="0E0F11"/>
                </a:solidFill>
                <a:latin typeface="Instrument Sans"/>
              </a:rPr>
              <a:t>Introductions to one financial institution and one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304288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5468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Founder and team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4348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Developer. Led custody_registry, the testnet harness and the proofs this weekend.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71500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9951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200400"/>
            <a:ext cx="6035040" cy="41148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200400"/>
            <a:ext cx="603504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 written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
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Subscription per connected institution + fee per shipment; no prices yet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494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shipment (proofs/three-machine.json): two team members each signed their handovers from their own computers and keys; still test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FIGURES, NOT OURS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 · NO PRICES YET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billing: annual charges, plus traffic fees for messages sent⁶.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testnet only; no users or revenue yet.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one Rio–Miami pilot (none agreed yet), SCF Build, audit, mainnet.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  ³ WTO, Mar 2026  ⁴ UNCTAD, Review of Maritime Transport  ⁵ DCSA, Feb 2023  ⁶ swift.com billing rules. Not Radox volumes.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
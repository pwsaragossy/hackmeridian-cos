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342900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will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leg, and no shared record follows the goods.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77240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Ports run legacy systems: </a:t>
            </a:r>
            <a:r>
              <a:rPr sz="1800" b="0">
                <a:solidFill>
                  <a:srgbClr val="4D5560"/>
                </a:solidFill>
                <a:latin typeface="Instrument Sans"/>
              </a:rPr>
              <a:t>over 90% of ports in low- and middle-income countries have no port community system (World Bank remark relayed by IAPH, Nov 2023); IMO guidance plans for legacy systems with proprietary formats (FAL.5/Circ.54, 2024).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on a Rio–Miami trade-corridor initiative; this project is its custody layer.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figures size the market problem the rail addresses. Sources under each number.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will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We are building it on Stellar, starting with the custody rail.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WILL OPERATE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Per-institution subscription + fee per shipment (slide 9)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integrates once instead of pair by pair. Radox is part of the Rio–Miami trade-corridor initiative and its technology rail: every port, airport and chamber that joins it joins the rail, through one adapter to the Radox API. Radox is in conversations with chambers of commerce in Brazil and Miami.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38912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will follow the goods across company boundaries; port and airport systems will connect by API, not a rewrite.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Next: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sits beside the carrier's bill of lading.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85800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Also on testnet: handovers signed from separate computers (proofs/three-machine.json); two test companies' chains on one registry, sharing stops, each dual-signed (proofs/multi-chain.json).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Testnet, test keys.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Any Stellar asset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record stores a token address and never calls the token, so any tokenized Stellar asset can carry a custody record.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0E0F11"/>
                </a:solidFill>
                <a:latin typeface="Instrument Sans"/>
              </a:rPr>
              <a:t>Stellar holds about US$4B in tokenized assets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(SDF, as of 1 Sep 2026). </a:t>
            </a:r>
            <a:r>
              <a:rPr sz="1900" b="1">
                <a:solidFill>
                  <a:srgbClr val="0E0F11"/>
                </a:solidFill>
                <a:latin typeface="Instrument Sans"/>
              </a:rPr>
              <a:t>Nearest neighbours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None records a handover signed by two custodians; no SEP.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a custody primitive any Stellar tokenized-asset issuer can reuse. Radox will open API access to them, end to 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MARKET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custody route reads the registry, read-only: same head (testnet)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1148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MARKET · MODEL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175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MARKET · SOURCED FIGURES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442715"/>
            <a:ext cx="9692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US$94.2B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US–Brazil goods trade, 2025¹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85216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US$6.1B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5216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Florida's goods exports to Brazil, its #1 market, 2025²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5230368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Global: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US$26.26T world merchandise exports, 2025³; ~80% of goods trade by volume goes by sea⁴; ~45M ocean bills of lading a year⁵.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6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MODEL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338560" y="3442715"/>
            <a:ext cx="603504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338560" y="36118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ter Tight"/>
              </a:rPr>
              <a:t>Subscription per connected institution + a fee per shipment.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8560" y="480060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Borrows the shape of Swift's billing rules: entry, annual, per-message usage⁶. Not affiliated with Swift.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" y="6035040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running on testnet, test keys.  </a:t>
            </a:r>
            <a:r>
              <a:rPr sz="2000" b="1">
                <a:solidFill>
                  <a:srgbClr val="556F00"/>
                </a:solidFill>
                <a:latin typeface="JetBrains Mono"/>
              </a:rPr>
              <a:t>Next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the Rio–Miami pilot shipment, SCF Build, audit, mainnet, API for other Stellar assets.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6510528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US Census Bureau, Trade in Goods with Brazil, 2025 (exports + imports, sum ours)  ² USTR, Florida trade data, 2025  ³ WTO, Mar 2026  ⁴ UNCTAD, Review of Maritime Transport (undated page, opened 25 Oct 2026)  ⁵ DCSA, Feb 2023  ⁶ swift.com billing rules, accessed 25 Oct 2026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
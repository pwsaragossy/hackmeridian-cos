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CLIENT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 pays to use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CLIENT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operates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uses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08660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
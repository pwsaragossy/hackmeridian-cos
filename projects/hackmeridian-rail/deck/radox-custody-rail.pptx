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85216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94944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yet; we are testing it with mentors.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one event attestation by a source custodian (33379211), also on chain. Full hashes: the repo's proofs/lifecycle.json.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Every actor is a test key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Scout; searched 24–25 Oct 2026):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Custodians sign. Financiers check.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546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2918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CUSTODIANS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3931920" y="32552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Warehouse, port, carrier, customs: sign each handover.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914400" y="45262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914400" y="46634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EXPORTER · BUYER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931920" y="46268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See where the goods are and who holds them.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914400" y="58978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914400" y="60350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FINANCIER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931920" y="59984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Checks the custody chain before paying.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914400" y="7269480"/>
            <a:ext cx="877824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14400" y="740664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OPERATOR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3931920" y="7370064"/>
            <a:ext cx="5760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A financial institution, the client, would run the rail for its trade flows.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0424160" y="3154680"/>
            <a:ext cx="6949440" cy="521208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0835640" y="3429000"/>
            <a:ext cx="6217920" cy="5029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MODEL · THE OPERATOR PAYS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SWIFT-style: the record format is public; Radox builds the rail and the API.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600" b="0">
                <a:solidFill>
                  <a:srgbClr val="0E0F11"/>
                </a:solidFill>
                <a:latin typeface="Instrument Sans"/>
              </a:rPr>
              <a:t>Revenue: a fee from the financial institution that operates the rail. Not priced yet.</a:t>
            </a:r>
          </a:p>
          <a:p>
            <a:pPr algn="l">
              <a:lnSpc>
                <a:spcPct val="112000"/>
              </a:lnSpc>
              <a:spcAft>
                <a:spcPts val="18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an open,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Mainnet; USD leg (not built).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corridors, one standard. Port, airport, chamber links (none started).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0866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086600"/>
            <a:ext cx="15636240" cy="1325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
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Subscription per connected institution + fee per shipment; no prices yet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494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shipment (proofs/three-machine.json): two team members each signed their handovers from their own computers and keys; still test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FIGURES, NOT OURS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1663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 · NO PRICES YET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billing: annual charges, plus traffic fees for messages sent⁶.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testnet mechanism; no standard, users or revenue.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one Rio–Miami pilot shipment (none agreed); SCF Build, audit, mainnet; more corridors.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3796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² USTR, Florida trade data ³ WTO, Mar 2026 ⁴ UNCTAD, Review of Maritime Transport ⁵ DCSA, Feb 2023 ⁶ swift.com billing rules. Market figures, not Radox volumes; no traction implied.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
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Today each pair of parties builds its own link.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3317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3317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18211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5055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28423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18211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5055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18211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5055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5055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2128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0390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7234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7022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3866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857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TODAY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chain, no permission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Fee from the financial institution; not priced yet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a connection to the Radox API.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